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7" r:id="rId4"/>
    <p:sldId id="269" r:id="rId5"/>
    <p:sldId id="273" r:id="rId6"/>
    <p:sldId id="275" r:id="rId7"/>
    <p:sldId id="276" r:id="rId8"/>
    <p:sldId id="279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e654e5bee0a9f209bf80733bf1a2608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645" y="203835"/>
            <a:ext cx="11529695" cy="64852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3820" y="114935"/>
            <a:ext cx="503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83820" y="114935"/>
            <a:ext cx="503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endParaRPr lang="en-US" altLang="zh-CN"/>
          </a:p>
        </p:txBody>
      </p:sp>
      <p:pic>
        <p:nvPicPr>
          <p:cNvPr id="2" name="图片 1" descr="3b18c437f8a16cdee221f3f702398d3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375" y="237490"/>
            <a:ext cx="11344275" cy="6381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81610" y="114935"/>
            <a:ext cx="503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</a:t>
            </a:r>
            <a:endParaRPr lang="en-US" altLang="zh-CN"/>
          </a:p>
        </p:txBody>
      </p:sp>
      <p:pic>
        <p:nvPicPr>
          <p:cNvPr id="2" name="图片 1" descr="82d512bc03a76e8b6a43816b3ae38b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410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81610" y="114935"/>
            <a:ext cx="503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</a:t>
            </a:r>
            <a:endParaRPr lang="en-US" altLang="zh-CN"/>
          </a:p>
        </p:txBody>
      </p:sp>
      <p:pic>
        <p:nvPicPr>
          <p:cNvPr id="3" name="图片 2" descr="31633c291615f38f962dd69037fd98d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81610" y="114935"/>
            <a:ext cx="503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</a:t>
            </a:r>
            <a:endParaRPr lang="en-US" altLang="zh-CN"/>
          </a:p>
        </p:txBody>
      </p:sp>
      <p:pic>
        <p:nvPicPr>
          <p:cNvPr id="3" name="图片 2" descr="9224c00c1a97ed0003579ce208c72c9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375" y="244475"/>
            <a:ext cx="11322050" cy="63684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81610" y="114935"/>
            <a:ext cx="503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</a:t>
            </a:r>
            <a:endParaRPr lang="en-US" altLang="zh-CN"/>
          </a:p>
        </p:txBody>
      </p:sp>
      <p:pic>
        <p:nvPicPr>
          <p:cNvPr id="2" name="图片 1" descr="56a92e46dfcfe4a9825cfe5141c163f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895" y="212725"/>
            <a:ext cx="11436350" cy="64331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81610" y="114935"/>
            <a:ext cx="503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4.</a:t>
            </a:r>
            <a:endParaRPr lang="en-US" altLang="zh-CN"/>
          </a:p>
        </p:txBody>
      </p:sp>
      <p:pic>
        <p:nvPicPr>
          <p:cNvPr id="3" name="图片 2" descr="01e5c27105761553550f25d9c37b489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165" y="0"/>
            <a:ext cx="5143500" cy="6858000"/>
          </a:xfrm>
          <a:prstGeom prst="rect">
            <a:avLst/>
          </a:prstGeom>
        </p:spPr>
      </p:pic>
      <p:pic>
        <p:nvPicPr>
          <p:cNvPr id="4" name="图片 3" descr="22ad3241b2e068da1e69b399d48da8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6180" y="0"/>
            <a:ext cx="51435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WPS 演示</Application>
  <PresentationFormat>宽屏</PresentationFormat>
  <Paragraphs>14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Arial</vt:lpstr>
      <vt:lpstr>SimSun</vt:lpstr>
      <vt:lpstr>Wingdings</vt:lpstr>
      <vt:lpstr>Calibri</vt:lpstr>
      <vt:lpstr>Microsoft YaHei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贾宏伟</cp:lastModifiedBy>
  <cp:revision>6</cp:revision>
  <dcterms:created xsi:type="dcterms:W3CDTF">2023-08-09T12:44:00Z</dcterms:created>
  <dcterms:modified xsi:type="dcterms:W3CDTF">2026-07-16T08:06:03Z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68ECBCD24E30419EAA8EBEE3532350D6_13</vt:lpwstr>
  </property>
</Properties>
</file>